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5" r:id="rId10"/>
    <p:sldId id="277" r:id="rId11"/>
    <p:sldId id="278" r:id="rId12"/>
    <p:sldId id="276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B9747-2A09-4E99-9F0F-9D9B1CA644EE}" v="3" dt="2025-12-13T19:24:49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BF7302-C0DC-4B47-B0E1-61B86DEF47A2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E76DF11-A273-4FE0-8241-5FCA6CBA029C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861B54D2-8A22-470E-865C-345630F62CCE}" type="parTrans" cxnId="{18EAD07F-E20E-48DC-8609-3A04AED21F14}">
      <dgm:prSet/>
      <dgm:spPr/>
      <dgm:t>
        <a:bodyPr/>
        <a:lstStyle/>
        <a:p>
          <a:endParaRPr lang="en-US"/>
        </a:p>
      </dgm:t>
    </dgm:pt>
    <dgm:pt modelId="{2D9D0679-B86F-4B73-BD7D-D5D1F335140D}" type="sibTrans" cxnId="{18EAD07F-E20E-48DC-8609-3A04AED21F14}">
      <dgm:prSet/>
      <dgm:spPr/>
      <dgm:t>
        <a:bodyPr/>
        <a:lstStyle/>
        <a:p>
          <a:endParaRPr lang="en-US"/>
        </a:p>
      </dgm:t>
    </dgm:pt>
    <dgm:pt modelId="{33FCCA6F-12C5-498C-8568-5F0B2835FAA5}">
      <dgm:prSet/>
      <dgm:spPr/>
      <dgm:t>
        <a:bodyPr/>
        <a:lstStyle/>
        <a:p>
          <a:r>
            <a:rPr lang="en-US" dirty="0"/>
            <a:t>System Architecture</a:t>
          </a:r>
        </a:p>
      </dgm:t>
    </dgm:pt>
    <dgm:pt modelId="{38261419-CE2C-4CAA-A599-52924D2AB82A}" type="parTrans" cxnId="{0FEDEF5B-30B4-4689-86FD-F6D9D940AB58}">
      <dgm:prSet/>
      <dgm:spPr/>
      <dgm:t>
        <a:bodyPr/>
        <a:lstStyle/>
        <a:p>
          <a:endParaRPr lang="en-US"/>
        </a:p>
      </dgm:t>
    </dgm:pt>
    <dgm:pt modelId="{D8EE140F-EE69-451C-8343-A560CA47619E}" type="sibTrans" cxnId="{0FEDEF5B-30B4-4689-86FD-F6D9D940AB58}">
      <dgm:prSet/>
      <dgm:spPr/>
      <dgm:t>
        <a:bodyPr/>
        <a:lstStyle/>
        <a:p>
          <a:endParaRPr lang="en-US"/>
        </a:p>
      </dgm:t>
    </dgm:pt>
    <dgm:pt modelId="{EB60DE4F-3691-451B-B624-B7F6E1ECE5A5}">
      <dgm:prSet/>
      <dgm:spPr/>
      <dgm:t>
        <a:bodyPr/>
        <a:lstStyle/>
        <a:p>
          <a:r>
            <a:rPr lang="en-US"/>
            <a:t>System Components</a:t>
          </a:r>
        </a:p>
      </dgm:t>
    </dgm:pt>
    <dgm:pt modelId="{FBE4B754-70BB-4C26-B7E7-4E77659C37C2}" type="parTrans" cxnId="{58A257C3-54E9-4D77-AFA3-81675BCD75EB}">
      <dgm:prSet/>
      <dgm:spPr/>
      <dgm:t>
        <a:bodyPr/>
        <a:lstStyle/>
        <a:p>
          <a:endParaRPr lang="en-US"/>
        </a:p>
      </dgm:t>
    </dgm:pt>
    <dgm:pt modelId="{3671D3F1-25EA-4CB7-9487-5DB0ADB0329C}" type="sibTrans" cxnId="{58A257C3-54E9-4D77-AFA3-81675BCD75EB}">
      <dgm:prSet/>
      <dgm:spPr/>
      <dgm:t>
        <a:bodyPr/>
        <a:lstStyle/>
        <a:p>
          <a:endParaRPr lang="en-US"/>
        </a:p>
      </dgm:t>
    </dgm:pt>
    <dgm:pt modelId="{B119250C-AB7D-4C41-982A-A6A2916F7DDA}">
      <dgm:prSet/>
      <dgm:spPr/>
      <dgm:t>
        <a:bodyPr/>
        <a:lstStyle/>
        <a:p>
          <a:r>
            <a:rPr lang="en-US"/>
            <a:t>Results</a:t>
          </a:r>
        </a:p>
      </dgm:t>
    </dgm:pt>
    <dgm:pt modelId="{943541D9-9280-4A17-A613-188CC32991D3}" type="parTrans" cxnId="{39271078-0518-408E-84D8-FC8725777222}">
      <dgm:prSet/>
      <dgm:spPr/>
      <dgm:t>
        <a:bodyPr/>
        <a:lstStyle/>
        <a:p>
          <a:endParaRPr lang="en-US"/>
        </a:p>
      </dgm:t>
    </dgm:pt>
    <dgm:pt modelId="{BF9C04B7-EA00-4B5D-A243-B6124DABA8A8}" type="sibTrans" cxnId="{39271078-0518-408E-84D8-FC8725777222}">
      <dgm:prSet/>
      <dgm:spPr/>
      <dgm:t>
        <a:bodyPr/>
        <a:lstStyle/>
        <a:p>
          <a:endParaRPr lang="en-US"/>
        </a:p>
      </dgm:t>
    </dgm:pt>
    <dgm:pt modelId="{697BABC6-4A77-40F9-B30F-BD457FE3AC68}">
      <dgm:prSet/>
      <dgm:spPr/>
      <dgm:t>
        <a:bodyPr/>
        <a:lstStyle/>
        <a:p>
          <a:r>
            <a:rPr lang="en-US" dirty="0"/>
            <a:t>Conclusion</a:t>
          </a:r>
        </a:p>
      </dgm:t>
    </dgm:pt>
    <dgm:pt modelId="{CD956BB1-D9F8-433F-9DC0-5F9EDEF0EC7F}" type="parTrans" cxnId="{3C92E465-0FCF-4722-A1B7-CAFCD3A4F657}">
      <dgm:prSet/>
      <dgm:spPr/>
      <dgm:t>
        <a:bodyPr/>
        <a:lstStyle/>
        <a:p>
          <a:endParaRPr lang="en-US"/>
        </a:p>
      </dgm:t>
    </dgm:pt>
    <dgm:pt modelId="{E85B2B65-0BCB-42D8-A087-4BD0291EF8B3}" type="sibTrans" cxnId="{3C92E465-0FCF-4722-A1B7-CAFCD3A4F657}">
      <dgm:prSet/>
      <dgm:spPr/>
      <dgm:t>
        <a:bodyPr/>
        <a:lstStyle/>
        <a:p>
          <a:endParaRPr lang="en-US"/>
        </a:p>
      </dgm:t>
    </dgm:pt>
    <dgm:pt modelId="{2AFAE4EF-1148-4E83-8D3A-B47BBDCF273A}" type="pres">
      <dgm:prSet presAssocID="{CCBF7302-C0DC-4B47-B0E1-61B86DEF47A2}" presName="linear" presStyleCnt="0">
        <dgm:presLayoutVars>
          <dgm:dir/>
          <dgm:animLvl val="lvl"/>
          <dgm:resizeHandles val="exact"/>
        </dgm:presLayoutVars>
      </dgm:prSet>
      <dgm:spPr/>
    </dgm:pt>
    <dgm:pt modelId="{CB1CC0E4-969F-4A1F-AFCA-2F50EFF32060}" type="pres">
      <dgm:prSet presAssocID="{AE76DF11-A273-4FE0-8241-5FCA6CBA029C}" presName="parentLin" presStyleCnt="0"/>
      <dgm:spPr/>
    </dgm:pt>
    <dgm:pt modelId="{49530D5B-ED55-4BFF-88F0-19F82EC64F42}" type="pres">
      <dgm:prSet presAssocID="{AE76DF11-A273-4FE0-8241-5FCA6CBA029C}" presName="parentLeftMargin" presStyleLbl="node1" presStyleIdx="0" presStyleCnt="5"/>
      <dgm:spPr/>
    </dgm:pt>
    <dgm:pt modelId="{C5CDC15D-BD4B-4B6E-80A0-A25F7DF87886}" type="pres">
      <dgm:prSet presAssocID="{AE76DF11-A273-4FE0-8241-5FCA6CBA029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D914447-3F85-4704-8A99-86A243A4AD87}" type="pres">
      <dgm:prSet presAssocID="{AE76DF11-A273-4FE0-8241-5FCA6CBA029C}" presName="negativeSpace" presStyleCnt="0"/>
      <dgm:spPr/>
    </dgm:pt>
    <dgm:pt modelId="{F574E709-7B96-4458-B7DF-75DEED6416A2}" type="pres">
      <dgm:prSet presAssocID="{AE76DF11-A273-4FE0-8241-5FCA6CBA029C}" presName="childText" presStyleLbl="conFgAcc1" presStyleIdx="0" presStyleCnt="5">
        <dgm:presLayoutVars>
          <dgm:bulletEnabled val="1"/>
        </dgm:presLayoutVars>
      </dgm:prSet>
      <dgm:spPr/>
    </dgm:pt>
    <dgm:pt modelId="{A73F8C6F-1C18-4A80-AB60-E633C7B68C73}" type="pres">
      <dgm:prSet presAssocID="{2D9D0679-B86F-4B73-BD7D-D5D1F335140D}" presName="spaceBetweenRectangles" presStyleCnt="0"/>
      <dgm:spPr/>
    </dgm:pt>
    <dgm:pt modelId="{AD2F1CB0-B9C7-4740-8C13-2B319BE4CFFA}" type="pres">
      <dgm:prSet presAssocID="{33FCCA6F-12C5-498C-8568-5F0B2835FAA5}" presName="parentLin" presStyleCnt="0"/>
      <dgm:spPr/>
    </dgm:pt>
    <dgm:pt modelId="{74204593-D614-42BC-94D7-33124C56AF40}" type="pres">
      <dgm:prSet presAssocID="{33FCCA6F-12C5-498C-8568-5F0B2835FAA5}" presName="parentLeftMargin" presStyleLbl="node1" presStyleIdx="0" presStyleCnt="5"/>
      <dgm:spPr/>
    </dgm:pt>
    <dgm:pt modelId="{2EB4AC29-E68F-40A2-9FAD-1395A656F56D}" type="pres">
      <dgm:prSet presAssocID="{33FCCA6F-12C5-498C-8568-5F0B2835FAA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509F241-1E90-400E-94E5-A2586CA726AE}" type="pres">
      <dgm:prSet presAssocID="{33FCCA6F-12C5-498C-8568-5F0B2835FAA5}" presName="negativeSpace" presStyleCnt="0"/>
      <dgm:spPr/>
    </dgm:pt>
    <dgm:pt modelId="{9009C9C0-F249-41D0-99C8-055A318EBFA9}" type="pres">
      <dgm:prSet presAssocID="{33FCCA6F-12C5-498C-8568-5F0B2835FAA5}" presName="childText" presStyleLbl="conFgAcc1" presStyleIdx="1" presStyleCnt="5">
        <dgm:presLayoutVars>
          <dgm:bulletEnabled val="1"/>
        </dgm:presLayoutVars>
      </dgm:prSet>
      <dgm:spPr/>
    </dgm:pt>
    <dgm:pt modelId="{01C90FE8-D5A7-4E65-8B55-1455E84DEF07}" type="pres">
      <dgm:prSet presAssocID="{D8EE140F-EE69-451C-8343-A560CA47619E}" presName="spaceBetweenRectangles" presStyleCnt="0"/>
      <dgm:spPr/>
    </dgm:pt>
    <dgm:pt modelId="{07D8A351-C228-4442-A7A2-126259694649}" type="pres">
      <dgm:prSet presAssocID="{EB60DE4F-3691-451B-B624-B7F6E1ECE5A5}" presName="parentLin" presStyleCnt="0"/>
      <dgm:spPr/>
    </dgm:pt>
    <dgm:pt modelId="{56D24048-3FA5-4B6E-B9AA-CDA41808D262}" type="pres">
      <dgm:prSet presAssocID="{EB60DE4F-3691-451B-B624-B7F6E1ECE5A5}" presName="parentLeftMargin" presStyleLbl="node1" presStyleIdx="1" presStyleCnt="5"/>
      <dgm:spPr/>
    </dgm:pt>
    <dgm:pt modelId="{80B0537F-8D2C-434A-925A-DC05157765EE}" type="pres">
      <dgm:prSet presAssocID="{EB60DE4F-3691-451B-B624-B7F6E1ECE5A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782EF09-D7EB-4D48-92B9-E9850530E98F}" type="pres">
      <dgm:prSet presAssocID="{EB60DE4F-3691-451B-B624-B7F6E1ECE5A5}" presName="negativeSpace" presStyleCnt="0"/>
      <dgm:spPr/>
    </dgm:pt>
    <dgm:pt modelId="{3F3C3B13-E49D-44DA-B90C-2CEC3DA40FAC}" type="pres">
      <dgm:prSet presAssocID="{EB60DE4F-3691-451B-B624-B7F6E1ECE5A5}" presName="childText" presStyleLbl="conFgAcc1" presStyleIdx="2" presStyleCnt="5">
        <dgm:presLayoutVars>
          <dgm:bulletEnabled val="1"/>
        </dgm:presLayoutVars>
      </dgm:prSet>
      <dgm:spPr/>
    </dgm:pt>
    <dgm:pt modelId="{2E86583D-F74D-4A44-92BF-C3CDA0F4A7A2}" type="pres">
      <dgm:prSet presAssocID="{3671D3F1-25EA-4CB7-9487-5DB0ADB0329C}" presName="spaceBetweenRectangles" presStyleCnt="0"/>
      <dgm:spPr/>
    </dgm:pt>
    <dgm:pt modelId="{5CEE1860-086C-42E0-9EB2-BB8547F09532}" type="pres">
      <dgm:prSet presAssocID="{B119250C-AB7D-4C41-982A-A6A2916F7DDA}" presName="parentLin" presStyleCnt="0"/>
      <dgm:spPr/>
    </dgm:pt>
    <dgm:pt modelId="{5CECE55E-9453-4F58-A325-8E2A24E83CB0}" type="pres">
      <dgm:prSet presAssocID="{B119250C-AB7D-4C41-982A-A6A2916F7DDA}" presName="parentLeftMargin" presStyleLbl="node1" presStyleIdx="2" presStyleCnt="5"/>
      <dgm:spPr/>
    </dgm:pt>
    <dgm:pt modelId="{5AF9799F-F669-4FD6-BC71-AEF57B9596C0}" type="pres">
      <dgm:prSet presAssocID="{B119250C-AB7D-4C41-982A-A6A2916F7DD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06F1D33-FCC0-4AE6-87E7-A784858C526D}" type="pres">
      <dgm:prSet presAssocID="{B119250C-AB7D-4C41-982A-A6A2916F7DDA}" presName="negativeSpace" presStyleCnt="0"/>
      <dgm:spPr/>
    </dgm:pt>
    <dgm:pt modelId="{C72132E3-2B85-437D-B4F7-9A58A3F97C47}" type="pres">
      <dgm:prSet presAssocID="{B119250C-AB7D-4C41-982A-A6A2916F7DDA}" presName="childText" presStyleLbl="conFgAcc1" presStyleIdx="3" presStyleCnt="5">
        <dgm:presLayoutVars>
          <dgm:bulletEnabled val="1"/>
        </dgm:presLayoutVars>
      </dgm:prSet>
      <dgm:spPr/>
    </dgm:pt>
    <dgm:pt modelId="{05AD6466-510B-47F2-8B17-4620B2ADC347}" type="pres">
      <dgm:prSet presAssocID="{BF9C04B7-EA00-4B5D-A243-B6124DABA8A8}" presName="spaceBetweenRectangles" presStyleCnt="0"/>
      <dgm:spPr/>
    </dgm:pt>
    <dgm:pt modelId="{D396FE8E-3990-42EF-9B2C-1744C14DF244}" type="pres">
      <dgm:prSet presAssocID="{697BABC6-4A77-40F9-B30F-BD457FE3AC68}" presName="parentLin" presStyleCnt="0"/>
      <dgm:spPr/>
    </dgm:pt>
    <dgm:pt modelId="{00827D28-F59D-489A-A818-19216AB27500}" type="pres">
      <dgm:prSet presAssocID="{697BABC6-4A77-40F9-B30F-BD457FE3AC68}" presName="parentLeftMargin" presStyleLbl="node1" presStyleIdx="3" presStyleCnt="5"/>
      <dgm:spPr/>
    </dgm:pt>
    <dgm:pt modelId="{6A477D40-7940-4CC6-B9F4-C528ACA5CBDC}" type="pres">
      <dgm:prSet presAssocID="{697BABC6-4A77-40F9-B30F-BD457FE3AC6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80FF629-3F6C-44C6-8258-51E562EFF517}" type="pres">
      <dgm:prSet presAssocID="{697BABC6-4A77-40F9-B30F-BD457FE3AC68}" presName="negativeSpace" presStyleCnt="0"/>
      <dgm:spPr/>
    </dgm:pt>
    <dgm:pt modelId="{E5694B22-D3FF-44AC-99BA-A77F5859E952}" type="pres">
      <dgm:prSet presAssocID="{697BABC6-4A77-40F9-B30F-BD457FE3AC6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A563F14-13BD-419C-A88F-5526682E79DF}" type="presOf" srcId="{B119250C-AB7D-4C41-982A-A6A2916F7DDA}" destId="{5CECE55E-9453-4F58-A325-8E2A24E83CB0}" srcOrd="0" destOrd="0" presId="urn:microsoft.com/office/officeart/2005/8/layout/list1"/>
    <dgm:cxn modelId="{B0C6A03C-00DA-4C02-A796-AC8A96FDA82C}" type="presOf" srcId="{AE76DF11-A273-4FE0-8241-5FCA6CBA029C}" destId="{49530D5B-ED55-4BFF-88F0-19F82EC64F42}" srcOrd="0" destOrd="0" presId="urn:microsoft.com/office/officeart/2005/8/layout/list1"/>
    <dgm:cxn modelId="{0FEDEF5B-30B4-4689-86FD-F6D9D940AB58}" srcId="{CCBF7302-C0DC-4B47-B0E1-61B86DEF47A2}" destId="{33FCCA6F-12C5-498C-8568-5F0B2835FAA5}" srcOrd="1" destOrd="0" parTransId="{38261419-CE2C-4CAA-A599-52924D2AB82A}" sibTransId="{D8EE140F-EE69-451C-8343-A560CA47619E}"/>
    <dgm:cxn modelId="{3C92E465-0FCF-4722-A1B7-CAFCD3A4F657}" srcId="{CCBF7302-C0DC-4B47-B0E1-61B86DEF47A2}" destId="{697BABC6-4A77-40F9-B30F-BD457FE3AC68}" srcOrd="4" destOrd="0" parTransId="{CD956BB1-D9F8-433F-9DC0-5F9EDEF0EC7F}" sibTransId="{E85B2B65-0BCB-42D8-A087-4BD0291EF8B3}"/>
    <dgm:cxn modelId="{F4716D6B-D4D8-4329-8155-A1D49D73A8FB}" type="presOf" srcId="{EB60DE4F-3691-451B-B624-B7F6E1ECE5A5}" destId="{80B0537F-8D2C-434A-925A-DC05157765EE}" srcOrd="1" destOrd="0" presId="urn:microsoft.com/office/officeart/2005/8/layout/list1"/>
    <dgm:cxn modelId="{BE067A4E-913E-41A2-8217-3DFA51D81837}" type="presOf" srcId="{33FCCA6F-12C5-498C-8568-5F0B2835FAA5}" destId="{74204593-D614-42BC-94D7-33124C56AF40}" srcOrd="0" destOrd="0" presId="urn:microsoft.com/office/officeart/2005/8/layout/list1"/>
    <dgm:cxn modelId="{39271078-0518-408E-84D8-FC8725777222}" srcId="{CCBF7302-C0DC-4B47-B0E1-61B86DEF47A2}" destId="{B119250C-AB7D-4C41-982A-A6A2916F7DDA}" srcOrd="3" destOrd="0" parTransId="{943541D9-9280-4A17-A613-188CC32991D3}" sibTransId="{BF9C04B7-EA00-4B5D-A243-B6124DABA8A8}"/>
    <dgm:cxn modelId="{18EAD07F-E20E-48DC-8609-3A04AED21F14}" srcId="{CCBF7302-C0DC-4B47-B0E1-61B86DEF47A2}" destId="{AE76DF11-A273-4FE0-8241-5FCA6CBA029C}" srcOrd="0" destOrd="0" parTransId="{861B54D2-8A22-470E-865C-345630F62CCE}" sibTransId="{2D9D0679-B86F-4B73-BD7D-D5D1F335140D}"/>
    <dgm:cxn modelId="{BF5B1FAC-595C-4909-88DC-F9E3BD7A9D25}" type="presOf" srcId="{697BABC6-4A77-40F9-B30F-BD457FE3AC68}" destId="{00827D28-F59D-489A-A818-19216AB27500}" srcOrd="0" destOrd="0" presId="urn:microsoft.com/office/officeart/2005/8/layout/list1"/>
    <dgm:cxn modelId="{99AEFCC2-3A5A-4AF3-A9BC-4636A26CEF78}" type="presOf" srcId="{B119250C-AB7D-4C41-982A-A6A2916F7DDA}" destId="{5AF9799F-F669-4FD6-BC71-AEF57B9596C0}" srcOrd="1" destOrd="0" presId="urn:microsoft.com/office/officeart/2005/8/layout/list1"/>
    <dgm:cxn modelId="{58A257C3-54E9-4D77-AFA3-81675BCD75EB}" srcId="{CCBF7302-C0DC-4B47-B0E1-61B86DEF47A2}" destId="{EB60DE4F-3691-451B-B624-B7F6E1ECE5A5}" srcOrd="2" destOrd="0" parTransId="{FBE4B754-70BB-4C26-B7E7-4E77659C37C2}" sibTransId="{3671D3F1-25EA-4CB7-9487-5DB0ADB0329C}"/>
    <dgm:cxn modelId="{E0B494C8-8B2F-4DF5-94E5-A79DE0E03437}" type="presOf" srcId="{697BABC6-4A77-40F9-B30F-BD457FE3AC68}" destId="{6A477D40-7940-4CC6-B9F4-C528ACA5CBDC}" srcOrd="1" destOrd="0" presId="urn:microsoft.com/office/officeart/2005/8/layout/list1"/>
    <dgm:cxn modelId="{EB49A8D2-B0C6-4B3A-89D3-42968E1D8A37}" type="presOf" srcId="{33FCCA6F-12C5-498C-8568-5F0B2835FAA5}" destId="{2EB4AC29-E68F-40A2-9FAD-1395A656F56D}" srcOrd="1" destOrd="0" presId="urn:microsoft.com/office/officeart/2005/8/layout/list1"/>
    <dgm:cxn modelId="{502F1DDB-0DAE-4F57-A467-B09FB322C580}" type="presOf" srcId="{CCBF7302-C0DC-4B47-B0E1-61B86DEF47A2}" destId="{2AFAE4EF-1148-4E83-8D3A-B47BBDCF273A}" srcOrd="0" destOrd="0" presId="urn:microsoft.com/office/officeart/2005/8/layout/list1"/>
    <dgm:cxn modelId="{FFFF25FF-5529-415D-9C21-D6DB08F82DA6}" type="presOf" srcId="{EB60DE4F-3691-451B-B624-B7F6E1ECE5A5}" destId="{56D24048-3FA5-4B6E-B9AA-CDA41808D262}" srcOrd="0" destOrd="0" presId="urn:microsoft.com/office/officeart/2005/8/layout/list1"/>
    <dgm:cxn modelId="{461254FF-A28E-4449-9CF8-F982EC356AA0}" type="presOf" srcId="{AE76DF11-A273-4FE0-8241-5FCA6CBA029C}" destId="{C5CDC15D-BD4B-4B6E-80A0-A25F7DF87886}" srcOrd="1" destOrd="0" presId="urn:microsoft.com/office/officeart/2005/8/layout/list1"/>
    <dgm:cxn modelId="{70ABEF13-A1A9-4BC4-BEAB-7CFFAA4B59D4}" type="presParOf" srcId="{2AFAE4EF-1148-4E83-8D3A-B47BBDCF273A}" destId="{CB1CC0E4-969F-4A1F-AFCA-2F50EFF32060}" srcOrd="0" destOrd="0" presId="urn:microsoft.com/office/officeart/2005/8/layout/list1"/>
    <dgm:cxn modelId="{BD8BF50A-755B-4B02-B2E1-4BF9FB55E639}" type="presParOf" srcId="{CB1CC0E4-969F-4A1F-AFCA-2F50EFF32060}" destId="{49530D5B-ED55-4BFF-88F0-19F82EC64F42}" srcOrd="0" destOrd="0" presId="urn:microsoft.com/office/officeart/2005/8/layout/list1"/>
    <dgm:cxn modelId="{9C3B5E8A-AC92-4001-9AA0-4D44CFDEE66D}" type="presParOf" srcId="{CB1CC0E4-969F-4A1F-AFCA-2F50EFF32060}" destId="{C5CDC15D-BD4B-4B6E-80A0-A25F7DF87886}" srcOrd="1" destOrd="0" presId="urn:microsoft.com/office/officeart/2005/8/layout/list1"/>
    <dgm:cxn modelId="{87E8BA1C-9E25-4704-BE01-91B94ED4F437}" type="presParOf" srcId="{2AFAE4EF-1148-4E83-8D3A-B47BBDCF273A}" destId="{DD914447-3F85-4704-8A99-86A243A4AD87}" srcOrd="1" destOrd="0" presId="urn:microsoft.com/office/officeart/2005/8/layout/list1"/>
    <dgm:cxn modelId="{52B38386-2984-4D33-90E7-AC2411A71189}" type="presParOf" srcId="{2AFAE4EF-1148-4E83-8D3A-B47BBDCF273A}" destId="{F574E709-7B96-4458-B7DF-75DEED6416A2}" srcOrd="2" destOrd="0" presId="urn:microsoft.com/office/officeart/2005/8/layout/list1"/>
    <dgm:cxn modelId="{3AD5356C-C00C-460D-8774-4E16E279C8D4}" type="presParOf" srcId="{2AFAE4EF-1148-4E83-8D3A-B47BBDCF273A}" destId="{A73F8C6F-1C18-4A80-AB60-E633C7B68C73}" srcOrd="3" destOrd="0" presId="urn:microsoft.com/office/officeart/2005/8/layout/list1"/>
    <dgm:cxn modelId="{DE3D7A0A-8CA9-4382-9C76-D809AEECD765}" type="presParOf" srcId="{2AFAE4EF-1148-4E83-8D3A-B47BBDCF273A}" destId="{AD2F1CB0-B9C7-4740-8C13-2B319BE4CFFA}" srcOrd="4" destOrd="0" presId="urn:microsoft.com/office/officeart/2005/8/layout/list1"/>
    <dgm:cxn modelId="{218A3D65-0EB3-4563-B4A7-2FEE90A56318}" type="presParOf" srcId="{AD2F1CB0-B9C7-4740-8C13-2B319BE4CFFA}" destId="{74204593-D614-42BC-94D7-33124C56AF40}" srcOrd="0" destOrd="0" presId="urn:microsoft.com/office/officeart/2005/8/layout/list1"/>
    <dgm:cxn modelId="{50292378-3EA2-457D-A291-C3C8E18EDCA8}" type="presParOf" srcId="{AD2F1CB0-B9C7-4740-8C13-2B319BE4CFFA}" destId="{2EB4AC29-E68F-40A2-9FAD-1395A656F56D}" srcOrd="1" destOrd="0" presId="urn:microsoft.com/office/officeart/2005/8/layout/list1"/>
    <dgm:cxn modelId="{43F2F470-8E86-48C1-ABC4-42E8E1B912FB}" type="presParOf" srcId="{2AFAE4EF-1148-4E83-8D3A-B47BBDCF273A}" destId="{0509F241-1E90-400E-94E5-A2586CA726AE}" srcOrd="5" destOrd="0" presId="urn:microsoft.com/office/officeart/2005/8/layout/list1"/>
    <dgm:cxn modelId="{438F2925-322D-48F0-83E5-5353891F8E7F}" type="presParOf" srcId="{2AFAE4EF-1148-4E83-8D3A-B47BBDCF273A}" destId="{9009C9C0-F249-41D0-99C8-055A318EBFA9}" srcOrd="6" destOrd="0" presId="urn:microsoft.com/office/officeart/2005/8/layout/list1"/>
    <dgm:cxn modelId="{9771C533-841E-4761-A9C7-F5663D683240}" type="presParOf" srcId="{2AFAE4EF-1148-4E83-8D3A-B47BBDCF273A}" destId="{01C90FE8-D5A7-4E65-8B55-1455E84DEF07}" srcOrd="7" destOrd="0" presId="urn:microsoft.com/office/officeart/2005/8/layout/list1"/>
    <dgm:cxn modelId="{D7FB759C-4D02-4DA8-A21C-B6DEEDB51E27}" type="presParOf" srcId="{2AFAE4EF-1148-4E83-8D3A-B47BBDCF273A}" destId="{07D8A351-C228-4442-A7A2-126259694649}" srcOrd="8" destOrd="0" presId="urn:microsoft.com/office/officeart/2005/8/layout/list1"/>
    <dgm:cxn modelId="{853F179E-6B7C-417E-875D-E43D149F22DC}" type="presParOf" srcId="{07D8A351-C228-4442-A7A2-126259694649}" destId="{56D24048-3FA5-4B6E-B9AA-CDA41808D262}" srcOrd="0" destOrd="0" presId="urn:microsoft.com/office/officeart/2005/8/layout/list1"/>
    <dgm:cxn modelId="{D7B29524-641B-4805-894C-469330D8900C}" type="presParOf" srcId="{07D8A351-C228-4442-A7A2-126259694649}" destId="{80B0537F-8D2C-434A-925A-DC05157765EE}" srcOrd="1" destOrd="0" presId="urn:microsoft.com/office/officeart/2005/8/layout/list1"/>
    <dgm:cxn modelId="{19B25A62-4335-41F7-A52C-1A87AC20E2AA}" type="presParOf" srcId="{2AFAE4EF-1148-4E83-8D3A-B47BBDCF273A}" destId="{1782EF09-D7EB-4D48-92B9-E9850530E98F}" srcOrd="9" destOrd="0" presId="urn:microsoft.com/office/officeart/2005/8/layout/list1"/>
    <dgm:cxn modelId="{76B76A50-FFCE-4563-B704-D42B205B788D}" type="presParOf" srcId="{2AFAE4EF-1148-4E83-8D3A-B47BBDCF273A}" destId="{3F3C3B13-E49D-44DA-B90C-2CEC3DA40FAC}" srcOrd="10" destOrd="0" presId="urn:microsoft.com/office/officeart/2005/8/layout/list1"/>
    <dgm:cxn modelId="{EAFA4CC0-0781-44FB-8467-EBDAC4785F94}" type="presParOf" srcId="{2AFAE4EF-1148-4E83-8D3A-B47BBDCF273A}" destId="{2E86583D-F74D-4A44-92BF-C3CDA0F4A7A2}" srcOrd="11" destOrd="0" presId="urn:microsoft.com/office/officeart/2005/8/layout/list1"/>
    <dgm:cxn modelId="{6F0AF655-3021-49EF-93FF-44A7CEAD5EEC}" type="presParOf" srcId="{2AFAE4EF-1148-4E83-8D3A-B47BBDCF273A}" destId="{5CEE1860-086C-42E0-9EB2-BB8547F09532}" srcOrd="12" destOrd="0" presId="urn:microsoft.com/office/officeart/2005/8/layout/list1"/>
    <dgm:cxn modelId="{22369936-A5C3-4D78-A1BF-FA3F26260DCB}" type="presParOf" srcId="{5CEE1860-086C-42E0-9EB2-BB8547F09532}" destId="{5CECE55E-9453-4F58-A325-8E2A24E83CB0}" srcOrd="0" destOrd="0" presId="urn:microsoft.com/office/officeart/2005/8/layout/list1"/>
    <dgm:cxn modelId="{57C2FAA8-4B59-4520-9902-894923210D6A}" type="presParOf" srcId="{5CEE1860-086C-42E0-9EB2-BB8547F09532}" destId="{5AF9799F-F669-4FD6-BC71-AEF57B9596C0}" srcOrd="1" destOrd="0" presId="urn:microsoft.com/office/officeart/2005/8/layout/list1"/>
    <dgm:cxn modelId="{D48C39C9-1DD8-4B82-88C5-19B296859652}" type="presParOf" srcId="{2AFAE4EF-1148-4E83-8D3A-B47BBDCF273A}" destId="{106F1D33-FCC0-4AE6-87E7-A784858C526D}" srcOrd="13" destOrd="0" presId="urn:microsoft.com/office/officeart/2005/8/layout/list1"/>
    <dgm:cxn modelId="{61E212B2-BF19-42C9-A52E-1D7E2C93FC6B}" type="presParOf" srcId="{2AFAE4EF-1148-4E83-8D3A-B47BBDCF273A}" destId="{C72132E3-2B85-437D-B4F7-9A58A3F97C47}" srcOrd="14" destOrd="0" presId="urn:microsoft.com/office/officeart/2005/8/layout/list1"/>
    <dgm:cxn modelId="{EB26912A-B79B-4B79-BC71-B3D2117277B0}" type="presParOf" srcId="{2AFAE4EF-1148-4E83-8D3A-B47BBDCF273A}" destId="{05AD6466-510B-47F2-8B17-4620B2ADC347}" srcOrd="15" destOrd="0" presId="urn:microsoft.com/office/officeart/2005/8/layout/list1"/>
    <dgm:cxn modelId="{5624DDF2-4C03-4256-8C20-57FD29C997DE}" type="presParOf" srcId="{2AFAE4EF-1148-4E83-8D3A-B47BBDCF273A}" destId="{D396FE8E-3990-42EF-9B2C-1744C14DF244}" srcOrd="16" destOrd="0" presId="urn:microsoft.com/office/officeart/2005/8/layout/list1"/>
    <dgm:cxn modelId="{AD43F984-E17A-4881-A80D-40BDCBD87039}" type="presParOf" srcId="{D396FE8E-3990-42EF-9B2C-1744C14DF244}" destId="{00827D28-F59D-489A-A818-19216AB27500}" srcOrd="0" destOrd="0" presId="urn:microsoft.com/office/officeart/2005/8/layout/list1"/>
    <dgm:cxn modelId="{5A11E341-ADA8-48A9-9C10-48DF9B48BCF1}" type="presParOf" srcId="{D396FE8E-3990-42EF-9B2C-1744C14DF244}" destId="{6A477D40-7940-4CC6-B9F4-C528ACA5CBDC}" srcOrd="1" destOrd="0" presId="urn:microsoft.com/office/officeart/2005/8/layout/list1"/>
    <dgm:cxn modelId="{4C79F545-1695-41E8-8DE1-64E565F99DC3}" type="presParOf" srcId="{2AFAE4EF-1148-4E83-8D3A-B47BBDCF273A}" destId="{F80FF629-3F6C-44C6-8258-51E562EFF517}" srcOrd="17" destOrd="0" presId="urn:microsoft.com/office/officeart/2005/8/layout/list1"/>
    <dgm:cxn modelId="{E05B5A2C-1565-4ABE-A767-4911CC421248}" type="presParOf" srcId="{2AFAE4EF-1148-4E83-8D3A-B47BBDCF273A}" destId="{E5694B22-D3FF-44AC-99BA-A77F5859E95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4E709-7B96-4458-B7DF-75DEED6416A2}">
      <dsp:nvSpPr>
        <dsp:cNvPr id="0" name=""/>
        <dsp:cNvSpPr/>
      </dsp:nvSpPr>
      <dsp:spPr>
        <a:xfrm>
          <a:off x="0" y="421312"/>
          <a:ext cx="629022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DC15D-BD4B-4B6E-80A0-A25F7DF87886}">
      <dsp:nvSpPr>
        <dsp:cNvPr id="0" name=""/>
        <dsp:cNvSpPr/>
      </dsp:nvSpPr>
      <dsp:spPr>
        <a:xfrm>
          <a:off x="314511" y="67072"/>
          <a:ext cx="4403158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Introduction</a:t>
          </a:r>
        </a:p>
      </dsp:txBody>
      <dsp:txXfrm>
        <a:off x="349096" y="101657"/>
        <a:ext cx="4333988" cy="639310"/>
      </dsp:txXfrm>
    </dsp:sp>
    <dsp:sp modelId="{9009C9C0-F249-41D0-99C8-055A318EBFA9}">
      <dsp:nvSpPr>
        <dsp:cNvPr id="0" name=""/>
        <dsp:cNvSpPr/>
      </dsp:nvSpPr>
      <dsp:spPr>
        <a:xfrm>
          <a:off x="0" y="1509952"/>
          <a:ext cx="629022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4AC29-E68F-40A2-9FAD-1395A656F56D}">
      <dsp:nvSpPr>
        <dsp:cNvPr id="0" name=""/>
        <dsp:cNvSpPr/>
      </dsp:nvSpPr>
      <dsp:spPr>
        <a:xfrm>
          <a:off x="314511" y="1155712"/>
          <a:ext cx="4403158" cy="7084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System Architecture</a:t>
          </a:r>
        </a:p>
      </dsp:txBody>
      <dsp:txXfrm>
        <a:off x="349096" y="1190297"/>
        <a:ext cx="4333988" cy="639310"/>
      </dsp:txXfrm>
    </dsp:sp>
    <dsp:sp modelId="{3F3C3B13-E49D-44DA-B90C-2CEC3DA40FAC}">
      <dsp:nvSpPr>
        <dsp:cNvPr id="0" name=""/>
        <dsp:cNvSpPr/>
      </dsp:nvSpPr>
      <dsp:spPr>
        <a:xfrm>
          <a:off x="0" y="2598592"/>
          <a:ext cx="629022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0537F-8D2C-434A-925A-DC05157765EE}">
      <dsp:nvSpPr>
        <dsp:cNvPr id="0" name=""/>
        <dsp:cNvSpPr/>
      </dsp:nvSpPr>
      <dsp:spPr>
        <a:xfrm>
          <a:off x="314511" y="2244352"/>
          <a:ext cx="4403158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System Components</a:t>
          </a:r>
        </a:p>
      </dsp:txBody>
      <dsp:txXfrm>
        <a:off x="349096" y="2278937"/>
        <a:ext cx="4333988" cy="639310"/>
      </dsp:txXfrm>
    </dsp:sp>
    <dsp:sp modelId="{C72132E3-2B85-437D-B4F7-9A58A3F97C47}">
      <dsp:nvSpPr>
        <dsp:cNvPr id="0" name=""/>
        <dsp:cNvSpPr/>
      </dsp:nvSpPr>
      <dsp:spPr>
        <a:xfrm>
          <a:off x="0" y="3687232"/>
          <a:ext cx="629022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9799F-F669-4FD6-BC71-AEF57B9596C0}">
      <dsp:nvSpPr>
        <dsp:cNvPr id="0" name=""/>
        <dsp:cNvSpPr/>
      </dsp:nvSpPr>
      <dsp:spPr>
        <a:xfrm>
          <a:off x="314511" y="3332992"/>
          <a:ext cx="4403158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Results</a:t>
          </a:r>
        </a:p>
      </dsp:txBody>
      <dsp:txXfrm>
        <a:off x="349096" y="3367577"/>
        <a:ext cx="4333988" cy="639310"/>
      </dsp:txXfrm>
    </dsp:sp>
    <dsp:sp modelId="{E5694B22-D3FF-44AC-99BA-A77F5859E952}">
      <dsp:nvSpPr>
        <dsp:cNvPr id="0" name=""/>
        <dsp:cNvSpPr/>
      </dsp:nvSpPr>
      <dsp:spPr>
        <a:xfrm>
          <a:off x="0" y="4775872"/>
          <a:ext cx="629022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477D40-7940-4CC6-B9F4-C528ACA5CBDC}">
      <dsp:nvSpPr>
        <dsp:cNvPr id="0" name=""/>
        <dsp:cNvSpPr/>
      </dsp:nvSpPr>
      <dsp:spPr>
        <a:xfrm>
          <a:off x="314511" y="4421632"/>
          <a:ext cx="4403158" cy="7084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349096" y="4456217"/>
        <a:ext cx="4333988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0700-BF71-858C-35FB-396F1E1A2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NLP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DB47B-4928-19F7-81DF-C704C3BDD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Medical Agentic Chatbot </a:t>
            </a:r>
          </a:p>
        </p:txBody>
      </p:sp>
    </p:spTree>
    <p:extLst>
      <p:ext uri="{BB962C8B-B14F-4D97-AF65-F5344CB8AC3E}">
        <p14:creationId xmlns:p14="http://schemas.microsoft.com/office/powerpoint/2010/main" val="4143050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C901D1-36E2-CA6F-4A87-1E21B3D8C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5A26CC-0E8E-AAC9-E384-4932E904A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412247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91871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53" name="Picture 1052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46690-1B5B-CE2B-A8D5-D06DE5C9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Introduction</a:t>
            </a:r>
          </a:p>
        </p:txBody>
      </p:sp>
      <p:pic>
        <p:nvPicPr>
          <p:cNvPr id="1055" name="Picture 1054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743BA581-3730-2551-13EF-67A3393C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We developed A medical chatbot Web Application that can ask him about medical information and make it order for you medicines or add to cart your orders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317579-244A-E205-1147-65C5D05A1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" r="1" b="33006"/>
          <a:stretch>
            <a:fillRect/>
          </a:stretch>
        </p:blipFill>
        <p:spPr bwMode="auto">
          <a:xfrm>
            <a:off x="5134773" y="841854"/>
            <a:ext cx="6742373" cy="415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576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7625-0E2F-CE4A-BD63-F689C7CF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2062" name="Content Placeholder 2061">
            <a:extLst>
              <a:ext uri="{FF2B5EF4-FFF2-40B4-BE49-F238E27FC236}">
                <a16:creationId xmlns:a16="http://schemas.microsoft.com/office/drawing/2014/main" id="{8EB01758-5F90-58CA-0D54-DC7D0776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r>
              <a:rPr lang="en-US"/>
              <a:t>We introduce some medicines for different categories of diseases .</a:t>
            </a:r>
          </a:p>
          <a:p>
            <a:endParaRPr lang="en-US"/>
          </a:p>
          <a:p>
            <a:r>
              <a:rPr lang="en-US"/>
              <a:t>The user can order them 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user can login and signup</a:t>
            </a:r>
          </a:p>
          <a:p>
            <a:endParaRPr lang="en-US"/>
          </a:p>
          <a:p>
            <a:r>
              <a:rPr lang="en-US"/>
              <a:t>The data is saved locally storage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54560ED2-A1AC-E9A3-CA98-08A859C36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1" r="25341"/>
          <a:stretch>
            <a:fillRect/>
          </a:stretch>
        </p:blipFill>
        <p:spPr bwMode="auto">
          <a:xfrm>
            <a:off x="6985000" y="2501159"/>
            <a:ext cx="4521200" cy="341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92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3FFF8D3-2EF3-4286-935A-D01BE3C85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8CCB43-545E-4064-8BB8-5C492D0F5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BC4814-549A-1202-7441-0F9CC5C8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306744" cy="129302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0452C0-A6BD-D810-56BC-18A3345D3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94560"/>
            <a:ext cx="3306742" cy="402412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1- we use an Api that fetch medical information rather than documents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2-  we use OLLama 3.2 as LLM (Open source)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3- we user nomic-embed-text for Embedding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 useBgFill="1">
        <p:nvSpPr>
          <p:cNvPr id="16" name="Rounded Rectangle 14">
            <a:extLst>
              <a:ext uri="{FF2B5EF4-FFF2-40B4-BE49-F238E27FC236}">
                <a16:creationId xmlns:a16="http://schemas.microsoft.com/office/drawing/2014/main" id="{E6C57836-126B-4938-8C7A-3C3BCB59D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1066164"/>
            <a:ext cx="6765949" cy="5148371"/>
          </a:xfrm>
          <a:prstGeom prst="roundRect">
            <a:avLst>
              <a:gd name="adj" fmla="val 2403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2AEFA175-EA5F-534F-F118-5E12E79AB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339" y="1926882"/>
            <a:ext cx="6127287" cy="344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64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E1A77-F637-6EA4-AB60-82D000F1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Knowledge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6F4F-EA65-59EE-6C70-C68123CF6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US" sz="1600"/>
              <a:t>We use two sources :-</a:t>
            </a:r>
          </a:p>
          <a:p>
            <a:endParaRPr lang="en-US" sz="1600"/>
          </a:p>
          <a:p>
            <a:pPr marL="457200" indent="-457200">
              <a:buFont typeface="+mj-lt"/>
              <a:buAutoNum type="arabicPeriod"/>
            </a:pPr>
            <a:r>
              <a:rPr lang="en-US" sz="1600"/>
              <a:t> MedLinePlus</a:t>
            </a:r>
          </a:p>
          <a:p>
            <a:pPr marL="457200" indent="-457200">
              <a:buFont typeface="+mj-lt"/>
              <a:buAutoNum type="arabicPeriod"/>
            </a:pPr>
            <a:endParaRPr lang="en-US" sz="1600"/>
          </a:p>
          <a:p>
            <a:pPr marL="457200" indent="-457200">
              <a:buFont typeface="+mj-lt"/>
              <a:buAutoNum type="arabicPeriod"/>
            </a:pPr>
            <a:endParaRPr lang="en-US" sz="1600"/>
          </a:p>
          <a:p>
            <a:pPr marL="457200" indent="-457200">
              <a:buFont typeface="+mj-lt"/>
              <a:buAutoNum type="arabicPeriod"/>
            </a:pPr>
            <a:r>
              <a:rPr lang="en-US" sz="1600"/>
              <a:t> PubMed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EFEF24-391C-E7A8-123C-F19E8C50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699" y="1816362"/>
            <a:ext cx="6533501" cy="333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7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A2DA-C6CC-29CD-25F6-6FCD76F9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228" y="151424"/>
            <a:ext cx="8610600" cy="1293028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4ECABD-83BF-E8D1-239F-E85103825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853" y="1179042"/>
            <a:ext cx="11445072" cy="5201661"/>
          </a:xfrm>
        </p:spPr>
      </p:pic>
    </p:spTree>
    <p:extLst>
      <p:ext uri="{BB962C8B-B14F-4D97-AF65-F5344CB8AC3E}">
        <p14:creationId xmlns:p14="http://schemas.microsoft.com/office/powerpoint/2010/main" val="3264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F17D-B7C4-BC3D-1DAB-A4823036D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809" y="-109833"/>
            <a:ext cx="8610600" cy="1293028"/>
          </a:xfrm>
        </p:spPr>
        <p:txBody>
          <a:bodyPr/>
          <a:lstStyle/>
          <a:p>
            <a:r>
              <a:rPr lang="en-US" dirty="0" err="1"/>
              <a:t>EndPoints</a:t>
            </a:r>
            <a:endParaRPr lang="en-US" dirty="0"/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0DA8208C-F125-CBB0-5F38-573B72681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314" y="944544"/>
            <a:ext cx="11569371" cy="55667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6397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4D8F-011A-307D-4560-9A3E133C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229" y="171520"/>
            <a:ext cx="8610600" cy="1293028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E3349D-2E63-11BE-06C7-E4E911CF4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654" y="1202907"/>
            <a:ext cx="10880691" cy="5483573"/>
          </a:xfrm>
        </p:spPr>
      </p:pic>
    </p:spTree>
    <p:extLst>
      <p:ext uri="{BB962C8B-B14F-4D97-AF65-F5344CB8AC3E}">
        <p14:creationId xmlns:p14="http://schemas.microsoft.com/office/powerpoint/2010/main" val="4095747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DF96AA-6CDD-4638-F286-0CC125E8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System Architecture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6DC649-5540-55EF-842A-2D26F8561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US" sz="1800" dirty="0"/>
              <a:t>Our AI Agent can take actions </a:t>
            </a:r>
          </a:p>
          <a:p>
            <a:r>
              <a:rPr lang="en-US" sz="1800" dirty="0"/>
              <a:t>But it needs The Classifier Model to detect the user prompt if (BUY or Add to cart)</a:t>
            </a:r>
          </a:p>
          <a:p>
            <a:r>
              <a:rPr lang="en-US" sz="1800" dirty="0"/>
              <a:t>Then it had tools to extract Medicine name and Quantity </a:t>
            </a:r>
          </a:p>
          <a:p>
            <a:endParaRPr lang="en-US" sz="1800" dirty="0"/>
          </a:p>
          <a:p>
            <a:r>
              <a:rPr lang="en-US" sz="1800" dirty="0"/>
              <a:t>Then it can take actions based on this inputs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6CBBC-A475-13CB-E602-7ECE460C8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699" y="1591019"/>
            <a:ext cx="6533501" cy="382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69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484207-B9CD-E8E5-8233-3758F292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System Components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980E6-5F5D-67F5-0FFA-B3341653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Classifier Model :-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we generated our dataset that consists of two columns one column for user prompts and another one for labels (Add to cart or Buy medicine)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91A49-6728-81FD-F8E6-491130A599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268" b="-1"/>
          <a:stretch>
            <a:fillRect/>
          </a:stretch>
        </p:blipFill>
        <p:spPr>
          <a:xfrm>
            <a:off x="5279475" y="1071920"/>
            <a:ext cx="6269058" cy="471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02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3090" name="Picture 3089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39C0D6-B843-BE50-8274-6397DEACA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System components</a:t>
            </a:r>
          </a:p>
        </p:txBody>
      </p:sp>
      <p:pic>
        <p:nvPicPr>
          <p:cNvPr id="3092" name="Picture 3091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F1AC4-2A4B-9326-05CA-875835139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We tried to avoid The overfitting problems 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Buy Applying Cross Validation technique (KFold)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7865B6F-6D09-04A4-7447-CDB4A3D2B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9475" y="1877408"/>
            <a:ext cx="6269058" cy="310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2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90DA225-D563-4661-9BA5-71FFD1DDF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352C2-E675-9AB0-C1D5-E30E50A9B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512365"/>
            <a:ext cx="10820400" cy="1007902"/>
          </a:xfrm>
        </p:spPr>
        <p:txBody>
          <a:bodyPr>
            <a:norm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96DD19-FC76-8E65-5E15-4C2FCF004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520267"/>
            <a:ext cx="10820400" cy="694266"/>
          </a:xfrm>
        </p:spPr>
        <p:txBody>
          <a:bodyPr>
            <a:normAutofit/>
          </a:bodyPr>
          <a:lstStyle/>
          <a:p>
            <a:r>
              <a:rPr lang="en-US" sz="1800" dirty="0"/>
              <a:t>The RAG could give us highly friendly and </a:t>
            </a:r>
            <a:r>
              <a:rPr lang="en-US" sz="1800" dirty="0" err="1"/>
              <a:t>accurated</a:t>
            </a:r>
            <a:r>
              <a:rPr lang="en-US" sz="1800" dirty="0"/>
              <a:t> results from his Knowledge base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BAE6D5-07E9-EAAE-0B22-0C8DC363610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42441" y="2985272"/>
            <a:ext cx="10702496" cy="12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46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237362-E916-C937-70EE-1195932C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B50840-D722-3792-91A8-F77481E5B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09" y="2289212"/>
            <a:ext cx="3687417" cy="3148329"/>
          </a:xfrm>
        </p:spPr>
        <p:txBody>
          <a:bodyPr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 our System can distinguish between answering task or tacking Actions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So as we see our Agent can take an action to when the user order him to buy medicine 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After that he check if his predict is ok or wrong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If it is wrong we will ask from user to</a:t>
            </a:r>
          </a:p>
          <a:p>
            <a:r>
              <a:rPr lang="en-US" sz="1200" dirty="0">
                <a:solidFill>
                  <a:schemeClr val="bg1"/>
                </a:solidFill>
              </a:rPr>
              <a:t> enter the prompt again and the label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To add this again to the dataset.csv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E2E689-0830-C4DB-CC13-AF6EE1FD5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381460"/>
            <a:ext cx="8607948" cy="23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62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7C045C-619F-FCBD-E319-79914756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70" y="1260627"/>
            <a:ext cx="3521830" cy="49537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2A7344-91D9-FE18-7163-FCF288AC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42100" y="2221451"/>
            <a:ext cx="7148220" cy="166368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The Agent can update the cart of the user when he takes the confirmation from The user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1373B-9C68-0A45-CF58-158FC7B3786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894304" y="4636549"/>
            <a:ext cx="10037430" cy="192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44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D5F6-D093-513E-CD04-F2584729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CF77A-0776-0D84-3791-8CF0FC9E6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11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4" name="Picture 4113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4116" name="Picture 4115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748184-A1DA-DAAB-8706-78CE3A70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7410" y="1803405"/>
            <a:ext cx="6132990" cy="18250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 1- Overfitting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5BC5A-FA2E-6984-E315-BE0EC65F5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87410" y="3632201"/>
            <a:ext cx="6132990" cy="685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we Applied  Kfold Techique for cross Validation it takes some time but we got great results </a:t>
            </a:r>
          </a:p>
        </p:txBody>
      </p:sp>
      <p:pic>
        <p:nvPicPr>
          <p:cNvPr id="4098" name="Picture 2" descr="A line graph with numbers&#10;&#10;AI-generated content may be incorrect.">
            <a:extLst>
              <a:ext uri="{FF2B5EF4-FFF2-40B4-BE49-F238E27FC236}">
                <a16:creationId xmlns:a16="http://schemas.microsoft.com/office/drawing/2014/main" id="{7D7C6DE6-D0F8-FC37-46AA-A74EF8364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2700" y="1441450"/>
            <a:ext cx="4071144" cy="473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031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9FCA-901C-4D2A-E268-9447C6AC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2- The Agent get Confusing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91F00-5826-3D9C-20F8-9BDE65372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0742" y="4180075"/>
            <a:ext cx="10130516" cy="999067"/>
          </a:xfrm>
        </p:spPr>
        <p:txBody>
          <a:bodyPr>
            <a:noAutofit/>
          </a:bodyPr>
          <a:lstStyle/>
          <a:p>
            <a:r>
              <a:rPr lang="en-US" sz="3200" dirty="0"/>
              <a:t>The Agent suffered from lack of information he need some information like</a:t>
            </a:r>
          </a:p>
          <a:p>
            <a:r>
              <a:rPr lang="en-US" sz="3200" dirty="0"/>
              <a:t>1- medicine name</a:t>
            </a:r>
          </a:p>
          <a:p>
            <a:r>
              <a:rPr lang="en-US" sz="3200" dirty="0"/>
              <a:t>2- quantity </a:t>
            </a:r>
          </a:p>
          <a:p>
            <a:r>
              <a:rPr lang="en-US" sz="3200" dirty="0"/>
              <a:t>3- correct prediction from The Classifier Model</a:t>
            </a:r>
          </a:p>
        </p:txBody>
      </p:sp>
    </p:spTree>
    <p:extLst>
      <p:ext uri="{BB962C8B-B14F-4D97-AF65-F5344CB8AC3E}">
        <p14:creationId xmlns:p14="http://schemas.microsoft.com/office/powerpoint/2010/main" val="503681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4897-2DD6-E82B-F246-2D48B4C6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 The Agent get Confusing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F9DD-A5FB-005F-8527-B1A5F1ABB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0742" y="4553701"/>
            <a:ext cx="10130516" cy="999067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We can Handle This by Providing The Model some Tools (Functions) To extract and clean The Prompt of the user </a:t>
            </a:r>
          </a:p>
          <a:p>
            <a:endParaRPr lang="en-US" sz="9600" dirty="0"/>
          </a:p>
          <a:p>
            <a:r>
              <a:rPr lang="en-US" sz="9600" dirty="0"/>
              <a:t>so now The Agent has its all information and he already to take actions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496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DDB1-6102-C895-23B3-9386AC46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 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81602-F506-EAF5-9234-AA4E20C85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The Problem How to generate accurate and suitable data for our case</a:t>
            </a:r>
          </a:p>
        </p:txBody>
      </p:sp>
    </p:spTree>
    <p:extLst>
      <p:ext uri="{BB962C8B-B14F-4D97-AF65-F5344CB8AC3E}">
        <p14:creationId xmlns:p14="http://schemas.microsoft.com/office/powerpoint/2010/main" val="564632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795A-2E28-82B3-C201-AB89005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 The Dataset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A616B-765A-49F2-CA72-8280AD877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dirty="0"/>
              <a:t>1- we decided first The medicines names that our website can introduce them</a:t>
            </a:r>
          </a:p>
          <a:p>
            <a:endParaRPr lang="en-US" sz="8000" dirty="0"/>
          </a:p>
          <a:p>
            <a:r>
              <a:rPr lang="en-US" sz="8000" dirty="0"/>
              <a:t>2- we generate our prompts  based on names of our medicines </a:t>
            </a:r>
          </a:p>
          <a:p>
            <a:endParaRPr lang="en-US" sz="8000" dirty="0"/>
          </a:p>
          <a:p>
            <a:r>
              <a:rPr lang="en-US" sz="8000" dirty="0"/>
              <a:t>3-  we focus on The Quantity That user need it </a:t>
            </a:r>
          </a:p>
          <a:p>
            <a:endParaRPr lang="en-US" sz="8000" dirty="0"/>
          </a:p>
          <a:p>
            <a:endParaRPr lang="en-US" sz="8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902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1725-6943-4CF5-EB16-0692B966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B6F3E-3892-FCBA-B527-5C1BBF7E4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299" y="2626579"/>
            <a:ext cx="10282630" cy="2702506"/>
          </a:xfrm>
        </p:spPr>
        <p:txBody>
          <a:bodyPr>
            <a:normAutofit/>
          </a:bodyPr>
          <a:lstStyle/>
          <a:p>
            <a:r>
              <a:rPr lang="en-US" sz="2400" dirty="0"/>
              <a:t>We aimed to introduce An AI-powered chatbot that provides reliable medical information in real-time. Built with </a:t>
            </a:r>
            <a:r>
              <a:rPr lang="en-US" sz="2400" dirty="0" err="1"/>
              <a:t>FastAPI</a:t>
            </a:r>
            <a:r>
              <a:rPr lang="en-US" sz="2400" dirty="0"/>
              <a:t>, </a:t>
            </a:r>
            <a:r>
              <a:rPr lang="en-US" sz="2400" dirty="0" err="1"/>
              <a:t>LangChain</a:t>
            </a:r>
            <a:r>
              <a:rPr lang="en-US" sz="2400" dirty="0"/>
              <a:t>, Chroma DB, and </a:t>
            </a:r>
            <a:r>
              <a:rPr lang="en-US" sz="2400" dirty="0" err="1"/>
              <a:t>Ollama</a:t>
            </a:r>
            <a:r>
              <a:rPr lang="en-US" sz="2400" dirty="0"/>
              <a:t>, it lets users ask health-related questions through a clean web interface, get intelligent answers, and experience smooth interactions with a modern chat design.</a:t>
            </a:r>
          </a:p>
        </p:txBody>
      </p:sp>
    </p:spTree>
    <p:extLst>
      <p:ext uri="{BB962C8B-B14F-4D97-AF65-F5344CB8AC3E}">
        <p14:creationId xmlns:p14="http://schemas.microsoft.com/office/powerpoint/2010/main" val="2043996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E15E-2105-2D15-E7A2-DD1FB3C4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dirty="0"/>
              <a:t>Thanks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By :-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A1B6-3264-9318-6B54-B583745C3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4225413"/>
            <a:ext cx="10130516" cy="999067"/>
          </a:xfrm>
        </p:spPr>
        <p:txBody>
          <a:bodyPr>
            <a:noAutofit/>
          </a:bodyPr>
          <a:lstStyle/>
          <a:p>
            <a:r>
              <a:rPr lang="en-US" sz="2000" dirty="0"/>
              <a:t>Ahmed Mourad Abdelhamid</a:t>
            </a:r>
          </a:p>
          <a:p>
            <a:r>
              <a:rPr lang="en-US" sz="2000" dirty="0"/>
              <a:t>Marwan Tarek </a:t>
            </a:r>
            <a:r>
              <a:rPr lang="en-US" sz="2000" dirty="0" err="1"/>
              <a:t>Embaby</a:t>
            </a:r>
            <a:endParaRPr lang="en-US" sz="2000" dirty="0"/>
          </a:p>
          <a:p>
            <a:r>
              <a:rPr lang="en-US" sz="2000" dirty="0" err="1"/>
              <a:t>adham</a:t>
            </a:r>
            <a:r>
              <a:rPr lang="en-US" sz="2000" dirty="0"/>
              <a:t> </a:t>
            </a:r>
            <a:r>
              <a:rPr lang="en-US" sz="2000" dirty="0" err="1"/>
              <a:t>moatez</a:t>
            </a:r>
            <a:r>
              <a:rPr lang="en-US" sz="2000" dirty="0"/>
              <a:t> </a:t>
            </a:r>
            <a:r>
              <a:rPr lang="en-US" sz="2000" dirty="0" err="1"/>
              <a:t>mohamed</a:t>
            </a:r>
            <a:r>
              <a:rPr lang="en-US" sz="2000" dirty="0"/>
              <a:t> </a:t>
            </a:r>
          </a:p>
          <a:p>
            <a:r>
              <a:rPr lang="en-US" sz="2000" dirty="0"/>
              <a:t>Youssef Mohamed Helmy Ahmed</a:t>
            </a:r>
          </a:p>
          <a:p>
            <a:r>
              <a:rPr lang="en-US" sz="2000" dirty="0"/>
              <a:t>Ahmed Ehab </a:t>
            </a:r>
            <a:r>
              <a:rPr lang="en-US" sz="2000" dirty="0" err="1"/>
              <a:t>Abdelhalem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144007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7D17C762197B498A4D016DD479FFC0" ma:contentTypeVersion="4" ma:contentTypeDescription="Create a new document." ma:contentTypeScope="" ma:versionID="bbea2a0fd38620890d7f84a8be2718eb">
  <xsd:schema xmlns:xsd="http://www.w3.org/2001/XMLSchema" xmlns:xs="http://www.w3.org/2001/XMLSchema" xmlns:p="http://schemas.microsoft.com/office/2006/metadata/properties" xmlns:ns3="721fdc69-4437-415d-a2cf-9233b5cc6189" targetNamespace="http://schemas.microsoft.com/office/2006/metadata/properties" ma:root="true" ma:fieldsID="a59704dc04a574a4a748ba933f6bee55" ns3:_="">
    <xsd:import namespace="721fdc69-4437-415d-a2cf-9233b5cc61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1fdc69-4437-415d-a2cf-9233b5cc6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6ECC50-5E6F-4CB7-9DE7-BE2D04E9AF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1fdc69-4437-415d-a2cf-9233b5cc61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9D6C8E-F1CB-42E8-B317-7BADD88F9A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70E677-A56F-4798-B01C-787CF3B2953E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721fdc69-4437-415d-a2cf-9233b5cc6189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233</TotalTime>
  <Words>540</Words>
  <Application>Microsoft Office PowerPoint</Application>
  <PresentationFormat>Widescreen</PresentationFormat>
  <Paragraphs>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Century Gothic</vt:lpstr>
      <vt:lpstr>Vapor Trail</vt:lpstr>
      <vt:lpstr>NLP Project</vt:lpstr>
      <vt:lpstr>Agenda</vt:lpstr>
      <vt:lpstr>Introduction</vt:lpstr>
      <vt:lpstr>Introduction</vt:lpstr>
      <vt:lpstr>System Architecture</vt:lpstr>
      <vt:lpstr>Knowledge Base</vt:lpstr>
      <vt:lpstr>System Design</vt:lpstr>
      <vt:lpstr>EndPoints</vt:lpstr>
      <vt:lpstr>System Architecture</vt:lpstr>
      <vt:lpstr>System Architecture </vt:lpstr>
      <vt:lpstr>System Components</vt:lpstr>
      <vt:lpstr>System components</vt:lpstr>
      <vt:lpstr>Results</vt:lpstr>
      <vt:lpstr>Results</vt:lpstr>
      <vt:lpstr>Results</vt:lpstr>
      <vt:lpstr>Challenges</vt:lpstr>
      <vt:lpstr> 1- Overfitting</vt:lpstr>
      <vt:lpstr>2- The Agent get Confusing </vt:lpstr>
      <vt:lpstr>2- The Agent get Confusing </vt:lpstr>
      <vt:lpstr>3-  The Dataset</vt:lpstr>
      <vt:lpstr>3- The Dataset </vt:lpstr>
      <vt:lpstr>Conclusion</vt:lpstr>
      <vt:lpstr>Thanks   By :-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يوسف محمد حلمى احمد</dc:creator>
  <cp:lastModifiedBy>يوسف محمد حلمى احمد</cp:lastModifiedBy>
  <cp:revision>5</cp:revision>
  <dcterms:created xsi:type="dcterms:W3CDTF">2025-12-12T20:38:15Z</dcterms:created>
  <dcterms:modified xsi:type="dcterms:W3CDTF">2025-12-13T19:25:54Z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0x0101000D7D17C762197B498A4D016DD479FFC0</vt:lpwstr>
  </property>
</Properties>
</file>